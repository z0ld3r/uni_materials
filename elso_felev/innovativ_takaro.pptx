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66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802C25-3E53-444A-AC65-6F64AC6920E2}" v="28" dt="2025-11-27T18:31:41.3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 autoAdjust="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963D4-4EEF-4AFA-A460-D58D89FF66F8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9ECFF-7942-4FE9-95D4-A2F173E595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0642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fasz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99ECFF-7942-4FE9-95D4-A2F173E59568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33822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2D4BC-4A94-A5A9-8C9F-C7985D5F2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1C60DB-3967-E0B5-B691-177B11453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625E2-687F-580F-CF80-27C747F84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4275-D84B-412E-B263-DC2A723F2BB0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A717D-CDC4-5597-FD81-062471A5D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30BA-3CFD-2A42-D00F-9EB35A7A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FDBD4-FC60-4B88-934B-A35959569322}" type="slidenum">
              <a:rPr lang="hu-HU" smtClean="0"/>
              <a:t>‹#›</a:t>
            </a:fld>
            <a:endParaRPr lang="hu-HU"/>
          </a:p>
        </p:txBody>
      </p:sp>
      <p:pic>
        <p:nvPicPr>
          <p:cNvPr id="11" name="Picture 10" descr="A close-up of a blanket&#10;&#10;AI-generated content may be incorrect.">
            <a:extLst>
              <a:ext uri="{FF2B5EF4-FFF2-40B4-BE49-F238E27FC236}">
                <a16:creationId xmlns:a16="http://schemas.microsoft.com/office/drawing/2014/main" id="{11E8A3B0-EC1B-1254-D91A-E74DACB49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74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7E01E-C11B-ADAC-5BA9-DBC96A5E0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hu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1C999-0451-A2CA-0C05-746586C5C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24517-A26B-B4AA-9044-3BD122523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4275-D84B-412E-B263-DC2A723F2BB0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54F67-837C-A554-295C-516E4D3E0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05256-9456-70FB-3C86-AA4CF519B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FDBD4-FC60-4B88-934B-A3595956932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46936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11243-F0E7-779D-59A8-5CAA5E95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B4977-6A1B-28DE-CDCC-356CD390A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B4AF4-4F60-E95F-4FE2-494782677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4275-D84B-412E-B263-DC2A723F2BB0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30B9B-42BD-32AE-756F-DD1A4BD1B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D35C6-E0DF-EDA6-64FD-1DEA77B3F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FDBD4-FC60-4B88-934B-A3595956932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10512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1E11D-74DA-9227-F006-1D447D7F8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151C3-8CC2-8AC5-8A9B-257F39D781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645A4-CF82-ACE0-49D9-8957D158D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BFC04-B8FD-18B7-E11C-650B086CB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4275-D84B-412E-B263-DC2A723F2BB0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EF40E-6149-BE71-BC44-CA6DD6F38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CAA16-6F82-B6ED-F580-BD61D9887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FDBD4-FC60-4B88-934B-A3595956932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7577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4D79B-1467-0A78-0BBF-7F4354CC5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EE4A4-6C7B-5664-454C-816873B21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0292E-BBE9-65C6-6F58-C094D8762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8D4B0-6BD4-7B6E-B77C-321350720C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952404-49AA-7D74-2AE4-B8D92A806A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66921E-83DA-97E5-B6DB-D2FCEE290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4275-D84B-412E-B263-DC2A723F2BB0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047699-8810-593F-1462-E71D6323F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5BBA48-DE19-5004-67E7-4007CE63C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FDBD4-FC60-4B88-934B-A3595956932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69181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4B264-5AE2-E0EF-24A9-2D87CEC4F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288B62-B532-C681-F5DF-E76665075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4275-D84B-412E-B263-DC2A723F2BB0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1CD0B0-7598-A72C-CBC0-706ACAB45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777E9F-3209-ACCE-0D27-EED0D222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FDBD4-FC60-4B88-934B-A3595956932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1070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219B4A-9A94-7977-3C7C-3E04B8E5D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4275-D84B-412E-B263-DC2A723F2BB0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B1EEEA-2564-1E00-70B4-4F732DD07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C0CDF-E1EA-020B-FAE6-B4D8C6A7B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FDBD4-FC60-4B88-934B-A3595956932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05862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B7FB8-1EBF-A851-6333-3ABB93CE6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0ECCB-6E48-8F7F-332C-71CBE9DC1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58608-F747-CF82-FC3C-A9CF121EC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A6A7F3-E781-450E-F9FC-568C598E8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4275-D84B-412E-B263-DC2A723F2BB0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E672F-8472-7C8A-1CF3-B670E615D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0C4AF-2652-6D1A-8175-F8FA0A983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FDBD4-FC60-4B88-934B-A3595956932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77462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EC0A5-11FD-5C0C-D6C9-579947F30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2DA05C-839A-E822-ABAD-CD281332AB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4FE2D-EE93-7867-E88D-61458404E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D252FB-77B9-E099-8311-5177DE93C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4275-D84B-412E-B263-DC2A723F2BB0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9D1BE-6A96-1EE2-0BF8-9F29D85A6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CA65A-A92C-5E9D-BA07-C65F19ED0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FDBD4-FC60-4B88-934B-A3595956932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92323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397C1-FD9F-C67E-1145-48918E081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4C819F-7354-7192-ED30-CE40BB747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52E1D-C14A-2BBB-B2BC-61B32F346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4275-D84B-412E-B263-DC2A723F2BB0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A4E23-296E-86A0-B6EA-4CB8C38D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A97EA-93D2-6FCD-F2A6-A50D52B73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FDBD4-FC60-4B88-934B-A3595956932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778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36BAE-C53F-89CE-919E-D7E37B6774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B03D5B-3677-5431-39AB-643D9CC05D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50A29-59E7-A071-D2E7-1A47F6206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4275-D84B-412E-B263-DC2A723F2BB0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F3435-0501-3C8E-CC7D-962ECB494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EEC22-0CF8-0C39-BBC3-399002B75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FDBD4-FC60-4B88-934B-A3595956932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7227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F7EFA2-42BB-922C-F00C-6183903C1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1F4B9-77CF-4D9D-4C4D-53C6D7DC8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4264B-B070-811B-7C6D-31A5F56044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8A4275-D84B-412E-B263-DC2A723F2BB0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5B0EB-6D00-D4A9-F1A2-E2DDD01BB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7F8F5-580C-1513-E2F5-85B0DE434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8FDBD4-FC60-4B88-934B-A35959569322}" type="slidenum">
              <a:rPr lang="hu-HU" smtClean="0"/>
              <a:t>‹#›</a:t>
            </a:fld>
            <a:endParaRPr lang="hu-HU"/>
          </a:p>
        </p:txBody>
      </p:sp>
      <p:pic>
        <p:nvPicPr>
          <p:cNvPr id="7" name="Picture 6" descr="A close-up of a blanket">
            <a:extLst>
              <a:ext uri="{FF2B5EF4-FFF2-40B4-BE49-F238E27FC236}">
                <a16:creationId xmlns:a16="http://schemas.microsoft.com/office/drawing/2014/main" id="{3E8E171A-40A2-D4E0-DF53-95398D5DBFE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08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8FE39-5B6E-83F8-44A0-3F206600F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8576DAD-5A61-35B0-2E00-FC92257E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788857"/>
            <a:ext cx="10515600" cy="2852737"/>
          </a:xfrm>
        </p:spPr>
        <p:txBody>
          <a:bodyPr>
            <a:normAutofit/>
          </a:bodyPr>
          <a:lstStyle/>
          <a:p>
            <a:r>
              <a:rPr lang="hu-HU" sz="8000" b="1" dirty="0"/>
              <a:t>ComfortZone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96952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71990EE-16AD-1245-A623-87FCDF87C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DE5C100-8CB3-4081-EE63-F48DBF48D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 descr="A starry sky with many small stars&#10;&#10;AI-generated content may be incorrect.">
            <a:extLst>
              <a:ext uri="{FF2B5EF4-FFF2-40B4-BE49-F238E27FC236}">
                <a16:creationId xmlns:a16="http://schemas.microsoft.com/office/drawing/2014/main" id="{10772981-6F65-1A02-90C1-CC7EDCB0C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Picture 15" descr="A pillow on a bed&#10;&#10;AI-generated content may be incorrect.">
            <a:extLst>
              <a:ext uri="{FF2B5EF4-FFF2-40B4-BE49-F238E27FC236}">
                <a16:creationId xmlns:a16="http://schemas.microsoft.com/office/drawing/2014/main" id="{3796BC54-1D4E-8D32-7507-B9D3AFFDB3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748" y="916343"/>
            <a:ext cx="6761018" cy="5070764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9" name="Picture 8" descr="A person lying on a bed&#10;&#10;AI-generated content may be incorrect.">
            <a:extLst>
              <a:ext uri="{FF2B5EF4-FFF2-40B4-BE49-F238E27FC236}">
                <a16:creationId xmlns:a16="http://schemas.microsoft.com/office/drawing/2014/main" id="{F41F6884-EB34-32B8-E3B6-C527B88895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365" y="-146638"/>
            <a:ext cx="9219817" cy="6914863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12" name="Picture 11" descr="A person lying in a bed&#10;&#10;AI-generated content may be incorrect.">
            <a:extLst>
              <a:ext uri="{FF2B5EF4-FFF2-40B4-BE49-F238E27FC236}">
                <a16:creationId xmlns:a16="http://schemas.microsoft.com/office/drawing/2014/main" id="{1B6BC495-A78A-8229-B638-C7DC64D680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58" y="102014"/>
            <a:ext cx="4338223" cy="3253667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14" name="Picture 13" descr="A person sleeping on a bed&#10;&#10;AI-generated content may be incorrect.">
            <a:extLst>
              <a:ext uri="{FF2B5EF4-FFF2-40B4-BE49-F238E27FC236}">
                <a16:creationId xmlns:a16="http://schemas.microsoft.com/office/drawing/2014/main" id="{4755BC16-8736-6927-3CD3-C450ABD44C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58" y="3429000"/>
            <a:ext cx="4196182" cy="3147137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917633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E86AB7C-D837-1745-44F1-72FC4F9FD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788857"/>
            <a:ext cx="10515600" cy="2852737"/>
          </a:xfrm>
        </p:spPr>
        <p:txBody>
          <a:bodyPr>
            <a:normAutofit/>
          </a:bodyPr>
          <a:lstStyle/>
          <a:p>
            <a:r>
              <a:rPr lang="hu-HU" sz="8000" b="1" dirty="0"/>
              <a:t>ComfortZone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813915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A05DF-F3B0-47D3-B23A-5DE5B2B2D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Környezetelemzés (PESTEL és Porter)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A304E-6FA9-4591-14F3-8D6F781B5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sz="3600" b="1" dirty="0"/>
              <a:t>    PESTEL:</a:t>
            </a:r>
          </a:p>
          <a:p>
            <a:r>
              <a:rPr lang="hu-HU" sz="2400" dirty="0"/>
              <a:t>Társadalmi: „Sleep hygiene” igény növekedése</a:t>
            </a:r>
          </a:p>
          <a:p>
            <a:r>
              <a:rPr lang="hu-HU" sz="2400" dirty="0"/>
              <a:t>Technológiai: E-bevásárlás és Webshopok terjedése</a:t>
            </a:r>
          </a:p>
          <a:p>
            <a:r>
              <a:rPr lang="hu-HU" sz="2400" dirty="0"/>
              <a:t>Gazdasági: növekvő igény a minőségre</a:t>
            </a:r>
          </a:p>
          <a:p>
            <a:pPr marL="0" indent="0">
              <a:buNone/>
            </a:pPr>
            <a:r>
              <a:rPr lang="hu-HU" sz="3600" b="1" dirty="0"/>
              <a:t>    Porter:</a:t>
            </a:r>
            <a:endParaRPr lang="hu-HU" sz="2400" b="1" dirty="0"/>
          </a:p>
          <a:p>
            <a:r>
              <a:rPr lang="hu-HU" sz="2400" dirty="0"/>
              <a:t>Versenytársak: Olcsó, de nem rugalmas</a:t>
            </a:r>
          </a:p>
          <a:p>
            <a:r>
              <a:rPr lang="hu-HU" sz="2400" dirty="0"/>
              <a:t>Helyettesítő termékek: Hálózsák, pléd</a:t>
            </a:r>
          </a:p>
          <a:p>
            <a:r>
              <a:rPr lang="hu-HU" sz="2400" dirty="0"/>
              <a:t>Egyedi igényekben rejlik a rés</a:t>
            </a:r>
          </a:p>
          <a:p>
            <a:endParaRPr lang="hu-HU" sz="3600" dirty="0"/>
          </a:p>
        </p:txBody>
      </p:sp>
    </p:spTree>
    <p:extLst>
      <p:ext uri="{BB962C8B-B14F-4D97-AF65-F5344CB8AC3E}">
        <p14:creationId xmlns:p14="http://schemas.microsoft.com/office/powerpoint/2010/main" val="18109571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70F83-D989-F45D-B42D-A0732F515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075"/>
            <a:ext cx="10515600" cy="1325563"/>
          </a:xfrm>
        </p:spPr>
        <p:txBody>
          <a:bodyPr/>
          <a:lstStyle/>
          <a:p>
            <a:r>
              <a:rPr lang="hu-HU" b="1" dirty="0"/>
              <a:t>SWOT elemzés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746F07-2254-1893-A382-C4D88AF23B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7943771"/>
              </p:ext>
            </p:extLst>
          </p:nvPr>
        </p:nvGraphicFramePr>
        <p:xfrm>
          <a:off x="838200" y="1607756"/>
          <a:ext cx="10515600" cy="3642488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64636868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61011383"/>
                    </a:ext>
                  </a:extLst>
                </a:gridCol>
              </a:tblGrid>
              <a:tr h="182124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b="0" dirty="0"/>
                        <a:t>Személyre szabható termékek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b="0" dirty="0"/>
                        <a:t>Rendelésre gyártás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b="0" dirty="0"/>
                        <a:t>Kihasználatlan rés</a:t>
                      </a:r>
                    </a:p>
                  </a:txBody>
                  <a:tcPr marL="111600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b="0" dirty="0"/>
                        <a:t>Magasabb egységár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b="0" dirty="0"/>
                        <a:t>Hosszabb gyártási idő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b="0" dirty="0"/>
                        <a:t>Kisebb piac</a:t>
                      </a:r>
                    </a:p>
                  </a:txBody>
                  <a:tcPr marL="111600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593512"/>
                  </a:ext>
                </a:extLst>
              </a:tr>
              <a:tr h="182124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dirty="0"/>
                        <a:t>Kollaboráció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dirty="0"/>
                        <a:t>Külföldi terjeszkedés</a:t>
                      </a:r>
                    </a:p>
                  </a:txBody>
                  <a:tcPr marL="1116000" anchor="ctr">
                    <a:solidFill>
                      <a:schemeClr val="accent1">
                        <a:lumMod val="60000"/>
                        <a:lumOff val="4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dirty="0"/>
                        <a:t>Versenytársak lemásolják az újítást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dirty="0"/>
                        <a:t>Alapanyagár növekedése</a:t>
                      </a:r>
                    </a:p>
                  </a:txBody>
                  <a:tcPr marL="1116000" anchor="ctr">
                    <a:solidFill>
                      <a:schemeClr val="accent2">
                        <a:lumMod val="7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815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69538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DB426-E68C-62F5-E015-B0E1484A0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Marketing: SAVE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C3547-0297-2823-7987-ABF4DBC9B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4000" b="1" dirty="0"/>
              <a:t>Solution</a:t>
            </a:r>
          </a:p>
          <a:p>
            <a:r>
              <a:rPr lang="hu-HU" sz="4000" b="1" dirty="0"/>
              <a:t>Access: </a:t>
            </a:r>
            <a:r>
              <a:rPr lang="hu-HU" sz="4000" dirty="0"/>
              <a:t>Webshop, mindenkinek elérhető</a:t>
            </a:r>
            <a:endParaRPr lang="hu-HU" sz="4000" b="1" dirty="0"/>
          </a:p>
          <a:p>
            <a:r>
              <a:rPr lang="hu-HU" sz="4000" b="1" dirty="0"/>
              <a:t>Value: </a:t>
            </a:r>
            <a:r>
              <a:rPr lang="hu-HU" sz="4000" dirty="0"/>
              <a:t>Tartósság, minőség</a:t>
            </a:r>
            <a:endParaRPr lang="hu-HU" sz="4000" b="1" dirty="0"/>
          </a:p>
          <a:p>
            <a:r>
              <a:rPr lang="hu-HU" sz="4000" b="1" dirty="0"/>
              <a:t>Education: </a:t>
            </a:r>
            <a:r>
              <a:rPr lang="hu-HU" sz="4000" dirty="0"/>
              <a:t>Social media, cikkek</a:t>
            </a:r>
            <a:endParaRPr lang="hu-HU" sz="4000" b="1" dirty="0"/>
          </a:p>
        </p:txBody>
      </p:sp>
    </p:spTree>
    <p:extLst>
      <p:ext uri="{BB962C8B-B14F-4D97-AF65-F5344CB8AC3E}">
        <p14:creationId xmlns:p14="http://schemas.microsoft.com/office/powerpoint/2010/main" val="25125053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C0233-6755-492E-3AB4-5C1814BFD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Csapatfelépítés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27F67-147B-55D8-A09A-6F9EC9953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4800" dirty="0"/>
              <a:t>Termékfelelős</a:t>
            </a:r>
          </a:p>
          <a:p>
            <a:r>
              <a:rPr lang="hu-HU" sz="4800" dirty="0"/>
              <a:t>Marketinges</a:t>
            </a:r>
          </a:p>
          <a:p>
            <a:r>
              <a:rPr lang="hu-HU" sz="4800" dirty="0"/>
              <a:t>Operatív</a:t>
            </a:r>
          </a:p>
        </p:txBody>
      </p:sp>
    </p:spTree>
    <p:extLst>
      <p:ext uri="{BB962C8B-B14F-4D97-AF65-F5344CB8AC3E}">
        <p14:creationId xmlns:p14="http://schemas.microsoft.com/office/powerpoint/2010/main" val="36302026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A3C46-F327-2A09-1A5C-A393AFADE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Pénzügyek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7FA8A-1DD8-B50C-FD47-23C901A7A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337"/>
            <a:ext cx="10515600" cy="4351338"/>
          </a:xfrm>
        </p:spPr>
        <p:txBody>
          <a:bodyPr/>
          <a:lstStyle/>
          <a:p>
            <a:r>
              <a:rPr lang="hu-HU" b="1" dirty="0"/>
              <a:t>Finanszírozás:</a:t>
            </a:r>
            <a:endParaRPr lang="hu-HU" dirty="0"/>
          </a:p>
          <a:p>
            <a:pPr lvl="1"/>
            <a:r>
              <a:rPr lang="hu-HU" dirty="0"/>
              <a:t>Kezdetben önerő</a:t>
            </a:r>
          </a:p>
          <a:p>
            <a:pPr lvl="1"/>
            <a:r>
              <a:rPr lang="hu-HU" dirty="0"/>
              <a:t>Crowdfunding</a:t>
            </a:r>
            <a:endParaRPr lang="hu-HU" sz="2800" b="1" dirty="0"/>
          </a:p>
          <a:p>
            <a:r>
              <a:rPr lang="hu-HU" b="1" dirty="0"/>
              <a:t>Jövő tervei:</a:t>
            </a:r>
          </a:p>
          <a:p>
            <a:pPr lvl="1"/>
            <a:r>
              <a:rPr lang="hu-HU" dirty="0"/>
              <a:t>Megrendelések szerinti költségek (profit)</a:t>
            </a:r>
          </a:p>
          <a:p>
            <a:pPr lvl="1"/>
            <a:r>
              <a:rPr lang="hu-HU" dirty="0"/>
              <a:t>Visszafektetés a növekedésbe</a:t>
            </a:r>
          </a:p>
        </p:txBody>
      </p:sp>
    </p:spTree>
    <p:extLst>
      <p:ext uri="{BB962C8B-B14F-4D97-AF65-F5344CB8AC3E}">
        <p14:creationId xmlns:p14="http://schemas.microsoft.com/office/powerpoint/2010/main" val="21423236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A1EE8-2A05-653A-AD41-6F4B171CE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Együttműködések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039EC-46F3-0D77-B713-A58CCB96D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4400" dirty="0"/>
              <a:t>Beszállítók: textilnagykereskedések</a:t>
            </a:r>
          </a:p>
          <a:p>
            <a:r>
              <a:rPr lang="hu-HU" sz="4400" dirty="0"/>
              <a:t>Logisztika: futárszolgálatok</a:t>
            </a:r>
          </a:p>
          <a:p>
            <a:r>
              <a:rPr lang="hu-HU" sz="4400" dirty="0"/>
              <a:t>Szövetség: alvásklinikákkal, pszihiátriákkal való együttműködések (kölcsönös ajánlás)</a:t>
            </a:r>
          </a:p>
        </p:txBody>
      </p:sp>
    </p:spTree>
    <p:extLst>
      <p:ext uri="{BB962C8B-B14F-4D97-AF65-F5344CB8AC3E}">
        <p14:creationId xmlns:p14="http://schemas.microsoft.com/office/powerpoint/2010/main" val="893407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D0ED5-AC34-7D1C-5E1E-4D8831F8A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Társadalmi és környezeti hatás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3C300-7866-E11B-8EA3-DDF1720DC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b="1" dirty="0"/>
              <a:t>Környezeti:</a:t>
            </a:r>
          </a:p>
          <a:p>
            <a:pPr lvl="1"/>
            <a:r>
              <a:rPr lang="hu-HU" sz="2800" dirty="0"/>
              <a:t>Minőségi termék, nem kell gyakran cserélni</a:t>
            </a:r>
          </a:p>
          <a:p>
            <a:pPr lvl="1"/>
            <a:r>
              <a:rPr lang="hu-HU" sz="2800" dirty="0"/>
              <a:t>Hulladékcsökkentés</a:t>
            </a:r>
          </a:p>
          <a:p>
            <a:endParaRPr lang="hu-HU" dirty="0"/>
          </a:p>
          <a:p>
            <a:r>
              <a:rPr lang="hu-HU" b="1" dirty="0"/>
              <a:t>Társadalmi:</a:t>
            </a:r>
          </a:p>
          <a:p>
            <a:pPr lvl="1"/>
            <a:r>
              <a:rPr lang="hu-HU" sz="2800" dirty="0"/>
              <a:t>Helyi munkaerő támogatása</a:t>
            </a:r>
          </a:p>
          <a:p>
            <a:pPr lvl="1"/>
            <a:r>
              <a:rPr lang="hu-HU" sz="2800" dirty="0"/>
              <a:t>Jobb alvás mindenkinek</a:t>
            </a:r>
          </a:p>
        </p:txBody>
      </p:sp>
    </p:spTree>
    <p:extLst>
      <p:ext uri="{BB962C8B-B14F-4D97-AF65-F5344CB8AC3E}">
        <p14:creationId xmlns:p14="http://schemas.microsoft.com/office/powerpoint/2010/main" val="34920428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CB7A5-7B6E-2CF3-A358-4BA911F32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7200" dirty="0"/>
              <a:t>ComfortZone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54357-76EA-5D3A-0521-9BA007803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sz="6600" dirty="0"/>
              <a:t>„Addig nyújtózkodj, amíg a takaród ér”</a:t>
            </a:r>
          </a:p>
        </p:txBody>
      </p:sp>
      <p:pic>
        <p:nvPicPr>
          <p:cNvPr id="4" name="Picture 3" descr="A person lying on a bed&#10;&#10;AI-generated content may be incorrect.">
            <a:extLst>
              <a:ext uri="{FF2B5EF4-FFF2-40B4-BE49-F238E27FC236}">
                <a16:creationId xmlns:a16="http://schemas.microsoft.com/office/drawing/2014/main" id="{15A62E58-4520-61ED-0F73-91AD43CDBA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829" y="2559987"/>
            <a:ext cx="5959691" cy="4469768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28159397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9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9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041EA95525BB6B47AB977EC2FB21D30E" ma:contentTypeVersion="5" ma:contentTypeDescription="Új dokumentum létrehozása." ma:contentTypeScope="" ma:versionID="f2ee840697f15176b06569f4cf734e99">
  <xsd:schema xmlns:xsd="http://www.w3.org/2001/XMLSchema" xmlns:xs="http://www.w3.org/2001/XMLSchema" xmlns:p="http://schemas.microsoft.com/office/2006/metadata/properties" xmlns:ns3="fcea8c27-8ad9-4d39-be11-c5d9e5d7b875" targetNamespace="http://schemas.microsoft.com/office/2006/metadata/properties" ma:root="true" ma:fieldsID="75805b9b9647e2ba3b480f260c14c118" ns3:_="">
    <xsd:import namespace="fcea8c27-8ad9-4d39-be11-c5d9e5d7b87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ea8c27-8ad9-4d39-be11-c5d9e5d7b87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cea8c27-8ad9-4d39-be11-c5d9e5d7b875" xsi:nil="true"/>
  </documentManagement>
</p:properties>
</file>

<file path=customXml/itemProps1.xml><?xml version="1.0" encoding="utf-8"?>
<ds:datastoreItem xmlns:ds="http://schemas.openxmlformats.org/officeDocument/2006/customXml" ds:itemID="{F27A9CB4-D961-42DB-89EA-65A913AFE6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ea8c27-8ad9-4d39-be11-c5d9e5d7b8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7F1885C-40E1-4152-B380-8F7EC4146F4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02B3D7F-5381-47DD-8E03-43EAE9E14397}">
  <ds:schemaRefs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terms/"/>
    <ds:schemaRef ds:uri="http://www.w3.org/XML/1998/namespace"/>
    <ds:schemaRef ds:uri="fcea8c27-8ad9-4d39-be11-c5d9e5d7b875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innovativ_taxi</Template>
  <TotalTime>24</TotalTime>
  <Words>172</Words>
  <Application>Microsoft Office PowerPoint</Application>
  <PresentationFormat>Widescreen</PresentationFormat>
  <Paragraphs>54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ComfortZone</vt:lpstr>
      <vt:lpstr>PowerPoint Presentation</vt:lpstr>
      <vt:lpstr>ComfortZone</vt:lpstr>
      <vt:lpstr>Környezetelemzés (PESTEL és Porter)</vt:lpstr>
      <vt:lpstr>SWOT elemzés</vt:lpstr>
      <vt:lpstr>Marketing: SAVE</vt:lpstr>
      <vt:lpstr>Csapatfelépítés</vt:lpstr>
      <vt:lpstr>Pénzügyek</vt:lpstr>
      <vt:lpstr>Együttműködések</vt:lpstr>
      <vt:lpstr>Társadalmi és környezeti hatás</vt:lpstr>
      <vt:lpstr>ComfortZone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Benedek Marcell</dc:creator>
  <cp:lastModifiedBy>Benedek Marcell</cp:lastModifiedBy>
  <cp:revision>4</cp:revision>
  <dcterms:created xsi:type="dcterms:W3CDTF">2025-12-02T11:29:16Z</dcterms:created>
  <dcterms:modified xsi:type="dcterms:W3CDTF">2025-12-04T11:30:25Z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0x010100041EA95525BB6B47AB977EC2FB21D30E</vt:lpwstr>
  </property>
</Properties>
</file>